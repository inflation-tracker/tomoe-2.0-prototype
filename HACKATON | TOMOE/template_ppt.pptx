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7556500" cy="10693400"/>
  <p:notesSz cx="6858000" cy="91440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Mortend Bold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07" autoAdjust="0"/>
  </p:normalViewPr>
  <p:slideViewPr>
    <p:cSldViewPr>
      <p:cViewPr varScale="1">
        <p:scale>
          <a:sx n="76" d="100"/>
          <a:sy n="76" d="100"/>
        </p:scale>
        <p:origin x="350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C339027-A2D5-7D5F-2CAC-539F81873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7569199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96E0CE-8324-B64A-A9EE-4DE436EC2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0" y="317500"/>
            <a:ext cx="7086600" cy="992998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50333" y="1253850"/>
            <a:ext cx="4644093" cy="312179"/>
            <a:chOff x="0" y="0"/>
            <a:chExt cx="1300264" cy="874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50333" y="1650950"/>
            <a:ext cx="4644093" cy="312179"/>
            <a:chOff x="0" y="0"/>
            <a:chExt cx="1300264" cy="8740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50333" y="2048854"/>
            <a:ext cx="4644093" cy="312179"/>
            <a:chOff x="0" y="0"/>
            <a:chExt cx="1300264" cy="874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150333" y="3640470"/>
            <a:ext cx="4644093" cy="1024446"/>
            <a:chOff x="0" y="0"/>
            <a:chExt cx="1300264" cy="28682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00264" cy="286827"/>
            </a:xfrm>
            <a:custGeom>
              <a:avLst/>
              <a:gdLst/>
              <a:ahLst/>
              <a:cxnLst/>
              <a:rect l="l" t="t" r="r" b="b"/>
              <a:pathLst>
                <a:path w="1300264" h="286827">
                  <a:moveTo>
                    <a:pt x="0" y="0"/>
                  </a:moveTo>
                  <a:lnTo>
                    <a:pt x="1300264" y="0"/>
                  </a:lnTo>
                  <a:lnTo>
                    <a:pt x="1300264" y="286827"/>
                  </a:lnTo>
                  <a:lnTo>
                    <a:pt x="0" y="2868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00264" cy="3249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6000" y="5379925"/>
            <a:ext cx="6038425" cy="3163456"/>
            <a:chOff x="0" y="0"/>
            <a:chExt cx="1690653" cy="88571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90653" cy="885712"/>
            </a:xfrm>
            <a:custGeom>
              <a:avLst/>
              <a:gdLst/>
              <a:ahLst/>
              <a:cxnLst/>
              <a:rect l="l" t="t" r="r" b="b"/>
              <a:pathLst>
                <a:path w="1690653" h="885712">
                  <a:moveTo>
                    <a:pt x="0" y="0"/>
                  </a:moveTo>
                  <a:lnTo>
                    <a:pt x="1690653" y="0"/>
                  </a:lnTo>
                  <a:lnTo>
                    <a:pt x="1690653" y="885712"/>
                  </a:lnTo>
                  <a:lnTo>
                    <a:pt x="0" y="8857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90653" cy="91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150333" y="2446758"/>
            <a:ext cx="4644093" cy="312179"/>
            <a:chOff x="0" y="0"/>
            <a:chExt cx="1300264" cy="8740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150333" y="2844662"/>
            <a:ext cx="4644093" cy="312179"/>
            <a:chOff x="0" y="0"/>
            <a:chExt cx="1300264" cy="8740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150333" y="3242566"/>
            <a:ext cx="4644093" cy="312179"/>
            <a:chOff x="0" y="0"/>
            <a:chExt cx="1300264" cy="8740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00264" cy="87405"/>
            </a:xfrm>
            <a:custGeom>
              <a:avLst/>
              <a:gdLst/>
              <a:ahLst/>
              <a:cxnLst/>
              <a:rect l="l" t="t" r="r" b="b"/>
              <a:pathLst>
                <a:path w="1300264" h="87405">
                  <a:moveTo>
                    <a:pt x="0" y="0"/>
                  </a:moveTo>
                  <a:lnTo>
                    <a:pt x="1300264" y="0"/>
                  </a:lnTo>
                  <a:lnTo>
                    <a:pt x="1300264" y="87405"/>
                  </a:lnTo>
                  <a:lnTo>
                    <a:pt x="0" y="87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300264" cy="1255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20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60161F5-69BB-5F3D-BE7E-1F5DD81F4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42" y="668225"/>
            <a:ext cx="6223000" cy="4711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32064" y="2821909"/>
            <a:ext cx="6071936" cy="3163456"/>
            <a:chOff x="0" y="0"/>
            <a:chExt cx="1700035" cy="8857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00035" cy="885712"/>
            </a:xfrm>
            <a:custGeom>
              <a:avLst/>
              <a:gdLst/>
              <a:ahLst/>
              <a:cxnLst/>
              <a:rect l="l" t="t" r="r" b="b"/>
              <a:pathLst>
                <a:path w="1700035" h="885712">
                  <a:moveTo>
                    <a:pt x="0" y="0"/>
                  </a:moveTo>
                  <a:lnTo>
                    <a:pt x="1700035" y="0"/>
                  </a:lnTo>
                  <a:lnTo>
                    <a:pt x="1700035" y="885712"/>
                  </a:lnTo>
                  <a:lnTo>
                    <a:pt x="0" y="88571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1700035" cy="9142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EEFEBB-07AB-0C27-DB25-240DD7D20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432" y="658676"/>
            <a:ext cx="6299200" cy="215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579729"/>
            <a:ext cx="6048000" cy="607949"/>
            <a:chOff x="0" y="0"/>
            <a:chExt cx="1693333" cy="170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3333" cy="170215"/>
            </a:xfrm>
            <a:custGeom>
              <a:avLst/>
              <a:gdLst/>
              <a:ahLst/>
              <a:cxnLst/>
              <a:rect l="l" t="t" r="r" b="b"/>
              <a:pathLst>
                <a:path w="1693333" h="170215">
                  <a:moveTo>
                    <a:pt x="0" y="0"/>
                  </a:moveTo>
                  <a:lnTo>
                    <a:pt x="1693333" y="0"/>
                  </a:lnTo>
                  <a:lnTo>
                    <a:pt x="1693333" y="170215"/>
                  </a:lnTo>
                  <a:lnTo>
                    <a:pt x="0" y="1702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93333" cy="198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56000" y="2801138"/>
            <a:ext cx="6048000" cy="855599"/>
            <a:chOff x="0" y="0"/>
            <a:chExt cx="1693333" cy="23955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3333" cy="239553"/>
            </a:xfrm>
            <a:custGeom>
              <a:avLst/>
              <a:gdLst/>
              <a:ahLst/>
              <a:cxnLst/>
              <a:rect l="l" t="t" r="r" b="b"/>
              <a:pathLst>
                <a:path w="1693333" h="239553">
                  <a:moveTo>
                    <a:pt x="0" y="0"/>
                  </a:moveTo>
                  <a:lnTo>
                    <a:pt x="1693333" y="0"/>
                  </a:lnTo>
                  <a:lnTo>
                    <a:pt x="1693333" y="239553"/>
                  </a:lnTo>
                  <a:lnTo>
                    <a:pt x="0" y="2395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693333" cy="2681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56000" y="4457472"/>
            <a:ext cx="6048000" cy="4075049"/>
            <a:chOff x="0" y="0"/>
            <a:chExt cx="1693333" cy="11409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93333" cy="1140942"/>
            </a:xfrm>
            <a:custGeom>
              <a:avLst/>
              <a:gdLst/>
              <a:ahLst/>
              <a:cxnLst/>
              <a:rect l="l" t="t" r="r" b="b"/>
              <a:pathLst>
                <a:path w="1693333" h="1140942">
                  <a:moveTo>
                    <a:pt x="0" y="0"/>
                  </a:moveTo>
                  <a:lnTo>
                    <a:pt x="1693333" y="0"/>
                  </a:lnTo>
                  <a:lnTo>
                    <a:pt x="1693333" y="1140942"/>
                  </a:lnTo>
                  <a:lnTo>
                    <a:pt x="0" y="11409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693333" cy="1169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7D0F05A-B052-1F74-5652-D13096BEC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774700"/>
            <a:ext cx="69723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000" y="1927709"/>
            <a:ext cx="6048000" cy="4817999"/>
            <a:chOff x="0" y="0"/>
            <a:chExt cx="1693333" cy="13489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3333" cy="1348955"/>
            </a:xfrm>
            <a:custGeom>
              <a:avLst/>
              <a:gdLst/>
              <a:ahLst/>
              <a:cxnLst/>
              <a:rect l="l" t="t" r="r" b="b"/>
              <a:pathLst>
                <a:path w="1693333" h="1348955">
                  <a:moveTo>
                    <a:pt x="0" y="0"/>
                  </a:moveTo>
                  <a:lnTo>
                    <a:pt x="1693333" y="0"/>
                  </a:lnTo>
                  <a:lnTo>
                    <a:pt x="1693333" y="1348955"/>
                  </a:lnTo>
                  <a:lnTo>
                    <a:pt x="0" y="134895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93333" cy="1377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4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6425" y="7546443"/>
            <a:ext cx="6048000" cy="2341499"/>
            <a:chOff x="0" y="0"/>
            <a:chExt cx="1693333" cy="6555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655578"/>
            </a:xfrm>
            <a:custGeom>
              <a:avLst/>
              <a:gdLst/>
              <a:ahLst/>
              <a:cxnLst/>
              <a:rect l="l" t="t" r="r" b="b"/>
              <a:pathLst>
                <a:path w="1693333" h="655578">
                  <a:moveTo>
                    <a:pt x="0" y="0"/>
                  </a:moveTo>
                  <a:lnTo>
                    <a:pt x="1693333" y="0"/>
                  </a:lnTo>
                  <a:lnTo>
                    <a:pt x="1693333" y="655578"/>
                  </a:lnTo>
                  <a:lnTo>
                    <a:pt x="0" y="6555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684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7734FF58-7714-9EE2-F41E-B40CB6A13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73100"/>
            <a:ext cx="6210300" cy="688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0362" y="3458608"/>
            <a:ext cx="6033638" cy="4322699"/>
            <a:chOff x="0" y="0"/>
            <a:chExt cx="1689312" cy="1210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9312" cy="1210280"/>
            </a:xfrm>
            <a:custGeom>
              <a:avLst/>
              <a:gdLst/>
              <a:ahLst/>
              <a:cxnLst/>
              <a:rect l="l" t="t" r="r" b="b"/>
              <a:pathLst>
                <a:path w="1689312" h="1210280">
                  <a:moveTo>
                    <a:pt x="0" y="0"/>
                  </a:moveTo>
                  <a:lnTo>
                    <a:pt x="1689312" y="0"/>
                  </a:lnTo>
                  <a:lnTo>
                    <a:pt x="1689312" y="1210280"/>
                  </a:lnTo>
                  <a:lnTo>
                    <a:pt x="0" y="12102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89312" cy="1238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5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56000" y="1312149"/>
            <a:ext cx="6048000" cy="1350899"/>
            <a:chOff x="0" y="0"/>
            <a:chExt cx="1693333" cy="3782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378228"/>
            </a:xfrm>
            <a:custGeom>
              <a:avLst/>
              <a:gdLst/>
              <a:ahLst/>
              <a:cxnLst/>
              <a:rect l="l" t="t" r="r" b="b"/>
              <a:pathLst>
                <a:path w="1693333" h="378228">
                  <a:moveTo>
                    <a:pt x="0" y="0"/>
                  </a:moveTo>
                  <a:lnTo>
                    <a:pt x="1693333" y="0"/>
                  </a:lnTo>
                  <a:lnTo>
                    <a:pt x="1693333" y="378228"/>
                  </a:lnTo>
                  <a:lnTo>
                    <a:pt x="0" y="3782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40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C6E7E7FF-4211-9A70-EA90-33F2CFDA8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47700"/>
            <a:ext cx="6210300" cy="279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94298" y="10159188"/>
            <a:ext cx="600012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6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4570349"/>
            <a:chOff x="0" y="0"/>
            <a:chExt cx="1681156" cy="12796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279617"/>
            </a:xfrm>
            <a:custGeom>
              <a:avLst/>
              <a:gdLst/>
              <a:ahLst/>
              <a:cxnLst/>
              <a:rect l="l" t="t" r="r" b="b"/>
              <a:pathLst>
                <a:path w="1681156" h="1279617">
                  <a:moveTo>
                    <a:pt x="0" y="0"/>
                  </a:moveTo>
                  <a:lnTo>
                    <a:pt x="1681156" y="0"/>
                  </a:lnTo>
                  <a:lnTo>
                    <a:pt x="1681156" y="1279617"/>
                  </a:lnTo>
                  <a:lnTo>
                    <a:pt x="0" y="127961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308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6000" y="7112493"/>
            <a:ext cx="6048000" cy="2823507"/>
            <a:chOff x="0" y="0"/>
            <a:chExt cx="1693333" cy="7905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790532"/>
            </a:xfrm>
            <a:custGeom>
              <a:avLst/>
              <a:gdLst/>
              <a:ahLst/>
              <a:cxnLst/>
              <a:rect l="l" t="t" r="r" b="b"/>
              <a:pathLst>
                <a:path w="1693333" h="790532">
                  <a:moveTo>
                    <a:pt x="0" y="0"/>
                  </a:moveTo>
                  <a:lnTo>
                    <a:pt x="1693333" y="0"/>
                  </a:lnTo>
                  <a:lnTo>
                    <a:pt x="1693333" y="790532"/>
                  </a:lnTo>
                  <a:lnTo>
                    <a:pt x="0" y="7905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8191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8E6EBF2-F9B4-109A-59A2-0BA571D24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98500"/>
            <a:ext cx="6210300" cy="645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665739" y="10159188"/>
            <a:ext cx="12868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7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4570349"/>
            <a:chOff x="0" y="0"/>
            <a:chExt cx="1681156" cy="12796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279617"/>
            </a:xfrm>
            <a:custGeom>
              <a:avLst/>
              <a:gdLst/>
              <a:ahLst/>
              <a:cxnLst/>
              <a:rect l="l" t="t" r="r" b="b"/>
              <a:pathLst>
                <a:path w="1681156" h="1279617">
                  <a:moveTo>
                    <a:pt x="0" y="0"/>
                  </a:moveTo>
                  <a:lnTo>
                    <a:pt x="1681156" y="0"/>
                  </a:lnTo>
                  <a:lnTo>
                    <a:pt x="1681156" y="1279617"/>
                  </a:lnTo>
                  <a:lnTo>
                    <a:pt x="0" y="127961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308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F62F360-8615-3C18-CD71-66E6AEED2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47700"/>
            <a:ext cx="62103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656412" y="10159188"/>
            <a:ext cx="138013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8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4075049"/>
            <a:chOff x="0" y="0"/>
            <a:chExt cx="1681156" cy="11409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140942"/>
            </a:xfrm>
            <a:custGeom>
              <a:avLst/>
              <a:gdLst/>
              <a:ahLst/>
              <a:cxnLst/>
              <a:rect l="l" t="t" r="r" b="b"/>
              <a:pathLst>
                <a:path w="1681156" h="1140942">
                  <a:moveTo>
                    <a:pt x="0" y="0"/>
                  </a:moveTo>
                  <a:lnTo>
                    <a:pt x="1681156" y="0"/>
                  </a:lnTo>
                  <a:lnTo>
                    <a:pt x="1681156" y="1140942"/>
                  </a:lnTo>
                  <a:lnTo>
                    <a:pt x="0" y="114094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169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99494" y="6813637"/>
            <a:ext cx="6004506" cy="3122363"/>
            <a:chOff x="0" y="0"/>
            <a:chExt cx="1681156" cy="87420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874207"/>
            </a:xfrm>
            <a:custGeom>
              <a:avLst/>
              <a:gdLst/>
              <a:ahLst/>
              <a:cxnLst/>
              <a:rect l="l" t="t" r="r" b="b"/>
              <a:pathLst>
                <a:path w="1681156" h="874207">
                  <a:moveTo>
                    <a:pt x="0" y="0"/>
                  </a:moveTo>
                  <a:lnTo>
                    <a:pt x="1681156" y="0"/>
                  </a:lnTo>
                  <a:lnTo>
                    <a:pt x="1681156" y="874207"/>
                  </a:lnTo>
                  <a:lnTo>
                    <a:pt x="0" y="87420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02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4258668B-6950-EB9E-4570-502F2B2E3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22300"/>
            <a:ext cx="6210300" cy="6159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656908" y="10159188"/>
            <a:ext cx="137517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9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277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6000" y="6501918"/>
            <a:ext cx="6048000" cy="3434082"/>
            <a:chOff x="0" y="0"/>
            <a:chExt cx="1693333" cy="9614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961482"/>
            </a:xfrm>
            <a:custGeom>
              <a:avLst/>
              <a:gdLst/>
              <a:ahLst/>
              <a:cxnLst/>
              <a:rect l="l" t="t" r="r" b="b"/>
              <a:pathLst>
                <a:path w="1693333" h="961482">
                  <a:moveTo>
                    <a:pt x="0" y="0"/>
                  </a:moveTo>
                  <a:lnTo>
                    <a:pt x="1693333" y="0"/>
                  </a:lnTo>
                  <a:lnTo>
                    <a:pt x="1693333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7781FB9-4D20-5FFF-5E97-2F446B471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950" y="622300"/>
            <a:ext cx="64389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575251" y="10159188"/>
            <a:ext cx="219174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21182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77747" y="6511249"/>
            <a:ext cx="6004506" cy="3424751"/>
            <a:chOff x="0" y="0"/>
            <a:chExt cx="1681156" cy="9588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958870"/>
            </a:xfrm>
            <a:custGeom>
              <a:avLst/>
              <a:gdLst/>
              <a:ahLst/>
              <a:cxnLst/>
              <a:rect l="l" t="t" r="r" b="b"/>
              <a:pathLst>
                <a:path w="1681156" h="958870">
                  <a:moveTo>
                    <a:pt x="0" y="0"/>
                  </a:moveTo>
                  <a:lnTo>
                    <a:pt x="1681156" y="0"/>
                  </a:lnTo>
                  <a:lnTo>
                    <a:pt x="1681156" y="958870"/>
                  </a:lnTo>
                  <a:lnTo>
                    <a:pt x="0" y="95887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87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CF831352-7DCB-2D6F-56CE-D4BCC9563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98500"/>
            <a:ext cx="6210300" cy="584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657504" y="10159188"/>
            <a:ext cx="13692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48819" y="1927709"/>
            <a:ext cx="6004506" cy="3579749"/>
            <a:chOff x="0" y="0"/>
            <a:chExt cx="1681156" cy="10022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1002267"/>
            </a:xfrm>
            <a:custGeom>
              <a:avLst/>
              <a:gdLst/>
              <a:ahLst/>
              <a:cxnLst/>
              <a:rect l="l" t="t" r="r" b="b"/>
              <a:pathLst>
                <a:path w="1681156" h="1002267">
                  <a:moveTo>
                    <a:pt x="0" y="0"/>
                  </a:moveTo>
                  <a:lnTo>
                    <a:pt x="1681156" y="0"/>
                  </a:lnTo>
                  <a:lnTo>
                    <a:pt x="1681156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6000" y="6501918"/>
            <a:ext cx="6004506" cy="3434082"/>
            <a:chOff x="0" y="0"/>
            <a:chExt cx="1681156" cy="9614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1156" cy="961482"/>
            </a:xfrm>
            <a:custGeom>
              <a:avLst/>
              <a:gdLst/>
              <a:ahLst/>
              <a:cxnLst/>
              <a:rect l="l" t="t" r="r" b="b"/>
              <a:pathLst>
                <a:path w="1681156" h="961482">
                  <a:moveTo>
                    <a:pt x="0" y="0"/>
                  </a:moveTo>
                  <a:lnTo>
                    <a:pt x="1681156" y="0"/>
                  </a:lnTo>
                  <a:lnTo>
                    <a:pt x="1681156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81156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F79399B-F6F3-9D03-33C0-B7846DCD8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47700"/>
            <a:ext cx="6210300" cy="584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604025" y="10159188"/>
            <a:ext cx="19040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312149"/>
            <a:ext cx="6004506" cy="1350899"/>
            <a:chOff x="0" y="0"/>
            <a:chExt cx="1681156" cy="37822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81156" cy="378228"/>
            </a:xfrm>
            <a:custGeom>
              <a:avLst/>
              <a:gdLst/>
              <a:ahLst/>
              <a:cxnLst/>
              <a:rect l="l" t="t" r="r" b="b"/>
              <a:pathLst>
                <a:path w="1681156" h="378228">
                  <a:moveTo>
                    <a:pt x="0" y="0"/>
                  </a:moveTo>
                  <a:lnTo>
                    <a:pt x="1681156" y="0"/>
                  </a:lnTo>
                  <a:lnTo>
                    <a:pt x="1681156" y="378228"/>
                  </a:lnTo>
                  <a:lnTo>
                    <a:pt x="0" y="37822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81156" cy="406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3664959"/>
            <a:ext cx="6004506" cy="3434082"/>
            <a:chOff x="0" y="0"/>
            <a:chExt cx="1681156" cy="9614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81156" cy="961482"/>
            </a:xfrm>
            <a:custGeom>
              <a:avLst/>
              <a:gdLst/>
              <a:ahLst/>
              <a:cxnLst/>
              <a:rect l="l" t="t" r="r" b="b"/>
              <a:pathLst>
                <a:path w="1681156" h="961482">
                  <a:moveTo>
                    <a:pt x="0" y="0"/>
                  </a:moveTo>
                  <a:lnTo>
                    <a:pt x="1681156" y="0"/>
                  </a:lnTo>
                  <a:lnTo>
                    <a:pt x="1681156" y="961482"/>
                  </a:lnTo>
                  <a:lnTo>
                    <a:pt x="0" y="96148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81156" cy="9900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BF20BED-6229-D3E3-48D4-432989EDE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0" y="698500"/>
            <a:ext cx="6210300" cy="2997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591424" y="10159188"/>
            <a:ext cx="20300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963269"/>
            <a:ext cx="6048000" cy="607949"/>
            <a:chOff x="0" y="0"/>
            <a:chExt cx="1693333" cy="1702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170215"/>
            </a:xfrm>
            <a:custGeom>
              <a:avLst/>
              <a:gdLst/>
              <a:ahLst/>
              <a:cxnLst/>
              <a:rect l="l" t="t" r="r" b="b"/>
              <a:pathLst>
                <a:path w="1693333" h="170215">
                  <a:moveTo>
                    <a:pt x="0" y="0"/>
                  </a:moveTo>
                  <a:lnTo>
                    <a:pt x="1693333" y="0"/>
                  </a:lnTo>
                  <a:lnTo>
                    <a:pt x="1693333" y="170215"/>
                  </a:lnTo>
                  <a:lnTo>
                    <a:pt x="0" y="17021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1987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6000" y="3371091"/>
            <a:ext cx="6048000" cy="3579749"/>
            <a:chOff x="0" y="0"/>
            <a:chExt cx="1693333" cy="10022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93333" cy="1002267"/>
            </a:xfrm>
            <a:custGeom>
              <a:avLst/>
              <a:gdLst/>
              <a:ahLst/>
              <a:cxnLst/>
              <a:rect l="l" t="t" r="r" b="b"/>
              <a:pathLst>
                <a:path w="1693333" h="1002267">
                  <a:moveTo>
                    <a:pt x="0" y="0"/>
                  </a:moveTo>
                  <a:lnTo>
                    <a:pt x="1693333" y="0"/>
                  </a:lnTo>
                  <a:lnTo>
                    <a:pt x="1693333" y="1002267"/>
                  </a:lnTo>
                  <a:lnTo>
                    <a:pt x="0" y="10022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693333" cy="1030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56000" y="7751575"/>
            <a:ext cx="6048000" cy="2184425"/>
            <a:chOff x="0" y="0"/>
            <a:chExt cx="1693333" cy="61160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93333" cy="611601"/>
            </a:xfrm>
            <a:custGeom>
              <a:avLst/>
              <a:gdLst/>
              <a:ahLst/>
              <a:cxnLst/>
              <a:rect l="l" t="t" r="r" b="b"/>
              <a:pathLst>
                <a:path w="1693333" h="611601">
                  <a:moveTo>
                    <a:pt x="0" y="0"/>
                  </a:moveTo>
                  <a:lnTo>
                    <a:pt x="1693333" y="0"/>
                  </a:lnTo>
                  <a:lnTo>
                    <a:pt x="1693333" y="611601"/>
                  </a:lnTo>
                  <a:lnTo>
                    <a:pt x="0" y="61160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693333" cy="640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C901C4F9-4636-D21B-5239-AEAA85AF8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698500"/>
            <a:ext cx="622300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593706" y="10159188"/>
            <a:ext cx="20072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14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1312149"/>
            <a:ext cx="6048000" cy="2589149"/>
            <a:chOff x="0" y="0"/>
            <a:chExt cx="1693333" cy="7249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724916"/>
            </a:xfrm>
            <a:custGeom>
              <a:avLst/>
              <a:gdLst/>
              <a:ahLst/>
              <a:cxnLst/>
              <a:rect l="l" t="t" r="r" b="b"/>
              <a:pathLst>
                <a:path w="1693333" h="724916">
                  <a:moveTo>
                    <a:pt x="0" y="0"/>
                  </a:moveTo>
                  <a:lnTo>
                    <a:pt x="1693333" y="0"/>
                  </a:lnTo>
                  <a:lnTo>
                    <a:pt x="1693333" y="724916"/>
                  </a:lnTo>
                  <a:lnTo>
                    <a:pt x="0" y="72491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7534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6000" y="4896407"/>
            <a:ext cx="6048000" cy="5039593"/>
            <a:chOff x="0" y="0"/>
            <a:chExt cx="1693333" cy="141099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93333" cy="1410997"/>
            </a:xfrm>
            <a:custGeom>
              <a:avLst/>
              <a:gdLst/>
              <a:ahLst/>
              <a:cxnLst/>
              <a:rect l="l" t="t" r="r" b="b"/>
              <a:pathLst>
                <a:path w="1693333" h="1410997">
                  <a:moveTo>
                    <a:pt x="0" y="0"/>
                  </a:moveTo>
                  <a:lnTo>
                    <a:pt x="1693333" y="0"/>
                  </a:lnTo>
                  <a:lnTo>
                    <a:pt x="1693333" y="1410997"/>
                  </a:lnTo>
                  <a:lnTo>
                    <a:pt x="0" y="14109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693333" cy="1439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89648B8C-9DF8-B8FF-8C0B-50CB54B59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660400"/>
            <a:ext cx="629920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6EBF4">
                <a:alpha val="50000"/>
              </a:srgbClr>
            </a:gs>
            <a:gs pos="100000">
              <a:srgbClr val="3EA2E0">
                <a:alpha val="5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6588150" y="10159188"/>
            <a:ext cx="206276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200">
                <a:solidFill>
                  <a:srgbClr val="1F4894"/>
                </a:solidFill>
                <a:latin typeface="Mortend Bold"/>
                <a:ea typeface="Mortend Bold"/>
                <a:cs typeface="Mortend Bold"/>
                <a:sym typeface="Mortend Bold"/>
              </a:rPr>
              <a:t>15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56000" y="2228148"/>
            <a:ext cx="6048000" cy="7707852"/>
            <a:chOff x="0" y="0"/>
            <a:chExt cx="1693333" cy="21580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3333" cy="2158062"/>
            </a:xfrm>
            <a:custGeom>
              <a:avLst/>
              <a:gdLst/>
              <a:ahLst/>
              <a:cxnLst/>
              <a:rect l="l" t="t" r="r" b="b"/>
              <a:pathLst>
                <a:path w="1693333" h="2158062">
                  <a:moveTo>
                    <a:pt x="0" y="0"/>
                  </a:moveTo>
                  <a:lnTo>
                    <a:pt x="1693333" y="0"/>
                  </a:lnTo>
                  <a:lnTo>
                    <a:pt x="1693333" y="2158062"/>
                  </a:lnTo>
                  <a:lnTo>
                    <a:pt x="0" y="215806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693333" cy="2186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7B444B0-1303-E9E9-5971-A9E813F42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609600"/>
            <a:ext cx="62357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4F9097F-38B9-F3C9-7AB7-55E833971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696" y="-25400"/>
            <a:ext cx="7686064" cy="10858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15</Words>
  <Application>Microsoft Macintosh PowerPoint</Application>
  <PresentationFormat>Custom</PresentationFormat>
  <Paragraphs>298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Arial</vt:lpstr>
      <vt:lpstr>Mortend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Template Proposal 1st Submission Hackathon Digdaya 2026</dc:title>
  <cp:lastModifiedBy>isnan.hidayat@linxbrain.com</cp:lastModifiedBy>
  <cp:revision>2</cp:revision>
  <dcterms:created xsi:type="dcterms:W3CDTF">2006-08-16T00:00:00Z</dcterms:created>
  <dcterms:modified xsi:type="dcterms:W3CDTF">2026-02-22T16:59:59Z</dcterms:modified>
  <dc:identifier>DAHB19nf6LU</dc:identifier>
</cp:coreProperties>
</file>